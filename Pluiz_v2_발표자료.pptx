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캡스톤 디자인  ·  AI 에이전트 트랙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Pluiz v2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음성 명령으로 Windows PC를 제어하는 AI 에이전트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"말하면 실행된다"  —  음성에서 Windows 제어까지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434840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변소윤  ·  2026-capstone-design-BOB / capstone-design  ·  feature/byeonsoyun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개요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입력부터 Windows 제어까지 — 전체 실행 파이프라인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114300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80160"/>
            <a:ext cx="1143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음성/텍스트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0" y="1719072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1280160"/>
            <a:ext cx="1325880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36192" y="128016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62072" y="1719072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26664" y="1280160"/>
            <a:ext cx="132588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26664" y="128016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필터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(우리 구현)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52544" y="1719072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280160"/>
            <a:ext cx="13716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17136" y="128016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커맨드 캐시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(우리 구현)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88736" y="1719072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3328" y="1280160"/>
            <a:ext cx="1371600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53328" y="128016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+LangGraph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24928" y="1719072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280160"/>
            <a:ext cx="1143000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0" y="1280160"/>
            <a:ext cx="1143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450592"/>
            <a:ext cx="868680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8600" y="2450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제어 실행  →  앱 실행/종료 · 볼륨/밝기 · 파일 생성 · 웹 검색 · 키보드 입력 등 26가지 도구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44568" y="2240280"/>
            <a:ext cx="54864" cy="2103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218688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33101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26개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11480" y="3977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도구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3218688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60320" y="33101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2560320" y="3977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히트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속도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218688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9160" y="33101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709160" y="3977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파이프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 레이어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3218688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0" y="33101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36개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858000" y="3977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테스트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통과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선택과 우리의 역할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"강력한 라이브러리 사용 = 좋은 엔지니어링 판단"  ·  그 위에 우리가 쌓은 것이 진짜 기여입니다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384048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라이브러리 &amp; 프레임워크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Gemini 2.0 Flash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이해 · 도구 선택 판단 (LLM)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23113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LangGraph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루프 실행 엔진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faster-whisper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626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→ 텍스트 (STT, 로컬 모델)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edge-tts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56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→ 음성 (TTS, Microsoft)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71246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FastAPI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50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WebSocket 서버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Electron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439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데스크탑 UI 프레임워크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170432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170432"/>
            <a:ext cx="4206240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17043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직접 구현한 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783080"/>
            <a:ext cx="5486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7373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실행 아키텍처 설계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9751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→ Cache → LLM 파이프라인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276856"/>
            <a:ext cx="5486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23113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레이어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4688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자연어용 정규식 패턴 25개+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770632"/>
            <a:ext cx="5486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72491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커맨드 캐시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29626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퍼지 매칭 + 자동 학습 + JSON 영속화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264408"/>
            <a:ext cx="5486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21868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유지 아키텍처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3456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 세션 + 이중 메모리 구조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758184"/>
            <a:ext cx="5486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7124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제어 도구 26개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950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ctypes · psutil · pycaw 직접 연동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251960"/>
            <a:ext cx="54864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2062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입력 처리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44439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클립보드 경유 엣지케이스 해결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기여 ①  —  3단계 실행 아키텍처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 조합만으로는 이 구조가 생기지 않는다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65176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61872"/>
            <a:ext cx="265176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필터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 호출 전 결정론적 차단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780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정규식 패턴 25개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895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차단 여부는 확률이 아닌 코드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959352"/>
            <a:ext cx="2468880" cy="68580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98678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이유: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판단은 확률적 → 보안에 사용 불가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71800" y="2820924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1261872"/>
            <a:ext cx="265176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261872"/>
            <a:ext cx="26517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280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15361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커맨드 캐시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37560" y="20665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없이 도구 직접 실행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4780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시드 35개 + 퍼지 매칭(0.80)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8895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0.5초 응답 — Gemini 미호출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959352"/>
            <a:ext cx="2468880" cy="6858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98678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이유: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동작 + 속도 + API 비용 절감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97880" y="2820924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26480" y="1261872"/>
            <a:ext cx="265176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261872"/>
            <a:ext cx="265176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280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15361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에이전트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63640" y="20665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자연어 이해 → 도구 선택 → 실행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4780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멀티스텝 추론 (최대 10단계)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28895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맥락 기반 대명사/무주어 처리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959352"/>
            <a:ext cx="2468880" cy="68580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98678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이유: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1·2단계에서 못 처리한 복잡 명령만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기여 ②  —  보안 레이어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결정론적 필터 — LLM이 보기 전에 차단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8412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161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LLM에게 보안 판단을 맡기지 않았나?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확률 모델 — 같은 입력에도 매번 다른 결과 가능  ·  "rm -rf 실행해줘"도 합리적 명령처럼 해석될 수 있음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76272"/>
            <a:ext cx="269748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762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경로 차단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패턴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핵심 경로 직접 접근 불가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C:\Windows, System32, SysWOW64 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2176272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176272"/>
            <a:ext cx="26974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1762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명령어 차단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265176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18개 패턴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337560" y="3246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불가역적 시스템 명령 차단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3639312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70332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rm -rf, del /f /s, shutdown /f 등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2176272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176272"/>
            <a:ext cx="269748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1762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순회 차단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65176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탐지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17920" y="3246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디렉토리 탈출 시도 차단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639312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70332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../../ 반복 패턴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기여 ③  —  오프라인 커맨드 캐시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없이 실행 · 자동 학습 · 오프라인 동작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393192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동작 흐름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19072"/>
            <a:ext cx="27432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7190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정규화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9659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소문자 변환 · 조사/어미 통합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249424"/>
            <a:ext cx="27432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2494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퍼지 매칭 (유사도 ≥ 0.80)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9631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difflib.SequenceMatcher — 오프라인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779776"/>
            <a:ext cx="27432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7797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히트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2666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@tool 함수 직접 호출 (API 없음)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310128"/>
            <a:ext cx="27432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미스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55701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 에이전트로 전달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27432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3840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캐싱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0873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성공 시 다음 요청부터 캐시 활용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117043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170432"/>
            <a:ext cx="420624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1704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구성 &amp; 성능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1737360"/>
            <a:ext cx="182880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35개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709160" y="2450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시드 데이터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(사전 등록 명령 패턴)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20840" y="1737360"/>
            <a:ext cx="182880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720840" y="2450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퍼지 매칭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임계값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3154680"/>
            <a:ext cx="182880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246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709160" y="3867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히트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응답 속도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20840" y="3154680"/>
            <a:ext cx="182880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3246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2~3초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720840" y="3867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경유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속도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4224528"/>
            <a:ext cx="402336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2245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히트 시 Gemini API 호출 없음 → 오프라인 환경에서도 동작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기여 ④  —  맥락 유지 아키텍처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"이거", "다시 해줘" — 대명사·무주어 명령도 처리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572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457200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유지 예시 대화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938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메모장 열어줘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1945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Pluiz: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240487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메모장을 실행했습니다.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700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거기에 오늘 할 일 써줘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31455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Pluiz: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335584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메모장에 텍스트 입력 완료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6210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83133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이거 꺼줘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40965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Pluiz: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430682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메모장을 종료했습니다.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170432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1170432"/>
            <a:ext cx="356616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1704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메모리 구조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49240" y="1700784"/>
            <a:ext cx="3291840" cy="14173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 (LangGraph 내장)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2084832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전체 대화 저장: HumanMessage + AIMessage + ToolMessage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 다음 판단 시 컨텍스트로 활용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thread_id별 세션 격리 — 서버 재시작 시 초기화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3246120"/>
            <a:ext cx="3291840" cy="141732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3310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SessionMemory  (SQLite, 자체 구현)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3621024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(입력, 최종응답) 쌍만 저장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LLM에 전달되지 않음 — 순수 로그 목적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세션 히스토리 조회/분석용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제어 도구 26개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래핑이 아닌 — Windows API 직접 연동 + 실제 엣지케이스 해결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제어  ×5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open_app · close_app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maximize/minimize_window · show_desktop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74320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 ×10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609344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volume_up/down/set/mute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brightness_up/down · screenshot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· time · running_apps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파일시스템  ×5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609344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create_file · create_folder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find_file · open_file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open_recent_file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2743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 ×4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483864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open_url · web_search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youtube_search · map_search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063240"/>
            <a:ext cx="27432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키보드 입력  ×2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483864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type_text · press_key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(클립보드 경유 한국어 처리)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엣지케이스:  pycaw 볼륨 asyncio 불안정 → PowerShell fallback  ·  한국어 type_text → pyperclip + Ctrl+V  ·  미지원 앱 glob 탐색 15초 타임아웃 제거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결과 &amp; 자동화 테스트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36개 테스트 케이스  —  PASS 36  /  FAIL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502920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제어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922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 PASS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61872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61872"/>
            <a:ext cx="502920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3533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17922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 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261872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261872"/>
            <a:ext cx="50292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3533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파일시스템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17922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 PASS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432304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432304"/>
            <a:ext cx="5029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432304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25237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웹/검색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2962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 PASS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432304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432304"/>
            <a:ext cx="502920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2432304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25237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시나리오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2962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  PASS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2432304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432304"/>
            <a:ext cx="5029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432304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25237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케이스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2962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 PASS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602736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602736"/>
            <a:ext cx="50292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602736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36941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필터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 PASS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46120" y="3602736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46120" y="3602736"/>
            <a:ext cx="50292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3602736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0480" y="36941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커맨드 캐시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84048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  PASS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3602736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3602736"/>
            <a:ext cx="502920" cy="10058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3602736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0" y="36941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키보드 입력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6656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 PASS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36개  PASS 36  FAIL 0  —  전체 통과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한계 &amp; 2학기 계획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솔직한 한계 인식이 다음 단계 설계의 출발점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393192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한계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457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웨이크워드 미지원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933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tiny 인식률 낮음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데모에서 Alt+Space 단축키로 대체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457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96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 검증 없음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도구가 '✓' 반환 시 LLM은 성공으로 판단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실행 성패를 코드 레벨에서 확인 불가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457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73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순차 실행만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54787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도구 실행 미지원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"크롬 켜면서 동시에 파일 만들어"는 불가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105656"/>
            <a:ext cx="457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50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히스토리 서버 종속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3251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MemorySaver는 인메모리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재시작 시 대화 맥락 초기화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17043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170432"/>
            <a:ext cx="420624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1704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2학기 개발 계획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783080"/>
            <a:ext cx="228600" cy="246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783080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검증 레이어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0116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반환값 파싱 → 성공/실패 판단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 재시도 또는 사용자 알림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캐싱 (성공 명령만 저장)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807208"/>
            <a:ext cx="228600" cy="246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807208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 전환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03580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→ 전체 계획 수립 후 실행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10단계 복잡 명령 안정적 처리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커스텀 그래프 재설계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831336"/>
            <a:ext cx="228600" cy="246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831336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785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 히스토리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405993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→ SQLite/Redis 영속화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재시작 후에도 맥락 유지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사용 패턴 학습 가능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5720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26187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라이브러리 선택도 설계 결정이다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910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LangGraph, faster-whisper — 각 컴포넌트를 왜 선택했는지가 중요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45720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15798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우리의 기여는 통합 아키텍처에 있다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87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파이프라인 · 보안 레이어 · 오프라인 캐시 · 맥락 유지 — 라이브러리가 제공하지 않는 것들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54096"/>
            <a:ext cx="45720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05409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도구 26개 — 실제 엣지케이스를 해결했다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8328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pycaw 비동기 불안정 · 한국어 입력 · 미지원 앱 타임아웃 — 이론이 아닌 실전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45720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95020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한계를 알고 있고, 2학기 방향이 명확하다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27939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검증 · Plan-and-Execute · 영속 히스토리 — 구조적 개선 예정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Pluiz v2  ·  2026 캡스톤 디자인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Pluiz v2 - 한국어 음성 명령 Windows PC 제어 AI 에이전트</dc:title>
  <dc:subject>PptxGenJS Presentation</dc:subject>
  <dc:creator>PptxGenJS</dc:creator>
  <cp:lastModifiedBy>PptxGenJS</cp:lastModifiedBy>
  <cp:revision>1</cp:revision>
  <dcterms:created xsi:type="dcterms:W3CDTF">2026-06-12T03:57:14Z</dcterms:created>
  <dcterms:modified xsi:type="dcterms:W3CDTF">2026-06-12T03:57:14Z</dcterms:modified>
</cp:coreProperties>
</file>